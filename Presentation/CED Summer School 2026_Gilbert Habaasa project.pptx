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autoCompressPictures="0" bookmarkIdSeed="3">
  <p:sldMasterIdLst>
    <p:sldMasterId id="2147483648" r:id="rId5"/>
  </p:sldMasterIdLst>
  <p:notesMasterIdLst>
    <p:notesMasterId r:id="rId16"/>
  </p:notesMasterIdLst>
  <p:handoutMasterIdLst>
    <p:handoutMasterId r:id="rId17"/>
  </p:handoutMasterIdLst>
  <p:sldIdLst>
    <p:sldId id="271" r:id="rId6"/>
    <p:sldId id="301" r:id="rId7"/>
    <p:sldId id="304" r:id="rId8"/>
    <p:sldId id="305" r:id="rId9"/>
    <p:sldId id="307" r:id="rId10"/>
    <p:sldId id="310" r:id="rId11"/>
    <p:sldId id="308" r:id="rId12"/>
    <p:sldId id="309" r:id="rId13"/>
    <p:sldId id="298" r:id="rId14"/>
    <p:sldId id="300" r:id="rId15"/>
  </p:sldIdLst>
  <p:sldSz cx="9144000" cy="6858000" type="screen4x3"/>
  <p:notesSz cx="6858000" cy="9144000"/>
  <p:embeddedFontLst>
    <p:embeddedFont>
      <p:font typeface="merriweather" panose="00000500000000000000" pitchFamily="2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670BC7-07A8-4F59-AFE5-902B5B5916B1}" v="27" dt="2026-06-19T07:28:52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9" autoAdjust="0"/>
    <p:restoredTop sz="86407" autoAdjust="0"/>
  </p:normalViewPr>
  <p:slideViewPr>
    <p:cSldViewPr snapToGrid="0" snapToObjects="1">
      <p:cViewPr varScale="1">
        <p:scale>
          <a:sx n="61" d="100"/>
          <a:sy n="61" d="100"/>
        </p:scale>
        <p:origin x="66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7.fntdata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 Habaasa" userId="6fc4d397-a2e2-46d8-b59f-bcde3bb5abcb" providerId="ADAL" clId="{4952F0FC-B57C-4223-82CF-B7717717747D}"/>
    <pc:docChg chg="undo custSel addSld delSld modSld">
      <pc:chgData name="Gilbert Habaasa" userId="6fc4d397-a2e2-46d8-b59f-bcde3bb5abcb" providerId="ADAL" clId="{4952F0FC-B57C-4223-82CF-B7717717747D}" dt="2026-06-19T07:38:01.355" v="3749" actId="14100"/>
      <pc:docMkLst>
        <pc:docMk/>
      </pc:docMkLst>
      <pc:sldChg chg="modSp mod">
        <pc:chgData name="Gilbert Habaasa" userId="6fc4d397-a2e2-46d8-b59f-bcde3bb5abcb" providerId="ADAL" clId="{4952F0FC-B57C-4223-82CF-B7717717747D}" dt="2026-06-19T03:28:44.940" v="3446" actId="207"/>
        <pc:sldMkLst>
          <pc:docMk/>
          <pc:sldMk cId="278256220" sldId="271"/>
        </pc:sldMkLst>
        <pc:spChg chg="mod">
          <ac:chgData name="Gilbert Habaasa" userId="6fc4d397-a2e2-46d8-b59f-bcde3bb5abcb" providerId="ADAL" clId="{4952F0FC-B57C-4223-82CF-B7717717747D}" dt="2026-06-19T03:28:38.082" v="3445" actId="207"/>
          <ac:spMkLst>
            <pc:docMk/>
            <pc:sldMk cId="278256220" sldId="271"/>
            <ac:spMk id="2" creationId="{00000000-0000-0000-0000-000000000000}"/>
          </ac:spMkLst>
        </pc:spChg>
        <pc:spChg chg="mod">
          <ac:chgData name="Gilbert Habaasa" userId="6fc4d397-a2e2-46d8-b59f-bcde3bb5abcb" providerId="ADAL" clId="{4952F0FC-B57C-4223-82CF-B7717717747D}" dt="2026-06-19T03:28:44.940" v="3446" actId="207"/>
          <ac:spMkLst>
            <pc:docMk/>
            <pc:sldMk cId="278256220" sldId="271"/>
            <ac:spMk id="3" creationId="{00000000-0000-0000-0000-000000000000}"/>
          </ac:spMkLst>
        </pc:spChg>
        <pc:spChg chg="mod">
          <ac:chgData name="Gilbert Habaasa" userId="6fc4d397-a2e2-46d8-b59f-bcde3bb5abcb" providerId="ADAL" clId="{4952F0FC-B57C-4223-82CF-B7717717747D}" dt="2026-06-18T21:54:19.916" v="2089" actId="20577"/>
          <ac:spMkLst>
            <pc:docMk/>
            <pc:sldMk cId="278256220" sldId="271"/>
            <ac:spMk id="9" creationId="{C73F25B0-722B-A07C-5C83-A10A7250C2DD}"/>
          </ac:spMkLst>
        </pc:spChg>
      </pc:sldChg>
      <pc:sldChg chg="addSp delSp modSp del mod">
        <pc:chgData name="Gilbert Habaasa" userId="6fc4d397-a2e2-46d8-b59f-bcde3bb5abcb" providerId="ADAL" clId="{4952F0FC-B57C-4223-82CF-B7717717747D}" dt="2026-06-19T00:06:18.747" v="2771" actId="2696"/>
        <pc:sldMkLst>
          <pc:docMk/>
          <pc:sldMk cId="1183570870" sldId="294"/>
        </pc:sldMkLst>
        <pc:spChg chg="del">
          <ac:chgData name="Gilbert Habaasa" userId="6fc4d397-a2e2-46d8-b59f-bcde3bb5abcb" providerId="ADAL" clId="{4952F0FC-B57C-4223-82CF-B7717717747D}" dt="2026-06-18T20:19:07.199" v="1728" actId="478"/>
          <ac:spMkLst>
            <pc:docMk/>
            <pc:sldMk cId="1183570870" sldId="294"/>
            <ac:spMk id="4" creationId="{7B26166D-38D9-2354-210F-22DF8F079516}"/>
          </ac:spMkLst>
        </pc:spChg>
        <pc:spChg chg="add del">
          <ac:chgData name="Gilbert Habaasa" userId="6fc4d397-a2e2-46d8-b59f-bcde3bb5abcb" providerId="ADAL" clId="{4952F0FC-B57C-4223-82CF-B7717717747D}" dt="2026-06-18T20:19:33.699" v="1731" actId="478"/>
          <ac:spMkLst>
            <pc:docMk/>
            <pc:sldMk cId="1183570870" sldId="294"/>
            <ac:spMk id="5" creationId="{ABA76C83-70FA-26C7-00E1-20DC99A9E0D9}"/>
          </ac:spMkLst>
        </pc:spChg>
        <pc:spChg chg="add del mod">
          <ac:chgData name="Gilbert Habaasa" userId="6fc4d397-a2e2-46d8-b59f-bcde3bb5abcb" providerId="ADAL" clId="{4952F0FC-B57C-4223-82CF-B7717717747D}" dt="2026-06-18T20:19:34.380" v="1732" actId="478"/>
          <ac:spMkLst>
            <pc:docMk/>
            <pc:sldMk cId="1183570870" sldId="294"/>
            <ac:spMk id="6" creationId="{9E3CA3F0-A544-4FEB-5979-5010415B08EC}"/>
          </ac:spMkLst>
        </pc:spChg>
        <pc:picChg chg="del">
          <ac:chgData name="Gilbert Habaasa" userId="6fc4d397-a2e2-46d8-b59f-bcde3bb5abcb" providerId="ADAL" clId="{4952F0FC-B57C-4223-82CF-B7717717747D}" dt="2026-06-18T20:18:59.611" v="1727" actId="478"/>
          <ac:picMkLst>
            <pc:docMk/>
            <pc:sldMk cId="1183570870" sldId="294"/>
            <ac:picMk id="10" creationId="{0CDFDFDE-8BD7-9A20-4C05-D46C9A8E62E5}"/>
          </ac:picMkLst>
        </pc:picChg>
      </pc:sldChg>
      <pc:sldChg chg="del">
        <pc:chgData name="Gilbert Habaasa" userId="6fc4d397-a2e2-46d8-b59f-bcde3bb5abcb" providerId="ADAL" clId="{4952F0FC-B57C-4223-82CF-B7717717747D}" dt="2026-06-18T21:52:42.469" v="2061" actId="2696"/>
        <pc:sldMkLst>
          <pc:docMk/>
          <pc:sldMk cId="2836407442" sldId="295"/>
        </pc:sldMkLst>
      </pc:sldChg>
      <pc:sldChg chg="del">
        <pc:chgData name="Gilbert Habaasa" userId="6fc4d397-a2e2-46d8-b59f-bcde3bb5abcb" providerId="ADAL" clId="{4952F0FC-B57C-4223-82CF-B7717717747D}" dt="2026-06-17T18:09:43.435" v="221" actId="47"/>
        <pc:sldMkLst>
          <pc:docMk/>
          <pc:sldMk cId="1223770876" sldId="296"/>
        </pc:sldMkLst>
      </pc:sldChg>
      <pc:sldChg chg="del">
        <pc:chgData name="Gilbert Habaasa" userId="6fc4d397-a2e2-46d8-b59f-bcde3bb5abcb" providerId="ADAL" clId="{4952F0FC-B57C-4223-82CF-B7717717747D}" dt="2026-06-19T02:56:05.734" v="2993" actId="2696"/>
        <pc:sldMkLst>
          <pc:docMk/>
          <pc:sldMk cId="2728108830" sldId="297"/>
        </pc:sldMkLst>
      </pc:sldChg>
      <pc:sldChg chg="modSp mod">
        <pc:chgData name="Gilbert Habaasa" userId="6fc4d397-a2e2-46d8-b59f-bcde3bb5abcb" providerId="ADAL" clId="{4952F0FC-B57C-4223-82CF-B7717717747D}" dt="2026-06-19T07:38:01.355" v="3749" actId="14100"/>
        <pc:sldMkLst>
          <pc:docMk/>
          <pc:sldMk cId="2108869657" sldId="298"/>
        </pc:sldMkLst>
        <pc:spChg chg="mod">
          <ac:chgData name="Gilbert Habaasa" userId="6fc4d397-a2e2-46d8-b59f-bcde3bb5abcb" providerId="ADAL" clId="{4952F0FC-B57C-4223-82CF-B7717717747D}" dt="2026-06-19T07:38:01.355" v="3749" actId="14100"/>
          <ac:spMkLst>
            <pc:docMk/>
            <pc:sldMk cId="2108869657" sldId="298"/>
            <ac:spMk id="3" creationId="{21B99DCC-934A-D226-9FD5-AE8C22BF7DE4}"/>
          </ac:spMkLst>
        </pc:spChg>
      </pc:sldChg>
      <pc:sldChg chg="del">
        <pc:chgData name="Gilbert Habaasa" userId="6fc4d397-a2e2-46d8-b59f-bcde3bb5abcb" providerId="ADAL" clId="{4952F0FC-B57C-4223-82CF-B7717717747D}" dt="2026-06-19T03:19:52.950" v="3413" actId="2696"/>
        <pc:sldMkLst>
          <pc:docMk/>
          <pc:sldMk cId="593005768" sldId="299"/>
        </pc:sldMkLst>
      </pc:sldChg>
      <pc:sldChg chg="delSp modSp mod">
        <pc:chgData name="Gilbert Habaasa" userId="6fc4d397-a2e2-46d8-b59f-bcde3bb5abcb" providerId="ADAL" clId="{4952F0FC-B57C-4223-82CF-B7717717747D}" dt="2026-06-19T03:25:03.501" v="3435" actId="255"/>
        <pc:sldMkLst>
          <pc:docMk/>
          <pc:sldMk cId="1332698881" sldId="300"/>
        </pc:sldMkLst>
        <pc:spChg chg="mod">
          <ac:chgData name="Gilbert Habaasa" userId="6fc4d397-a2e2-46d8-b59f-bcde3bb5abcb" providerId="ADAL" clId="{4952F0FC-B57C-4223-82CF-B7717717747D}" dt="2026-06-19T03:25:03.501" v="3435" actId="255"/>
          <ac:spMkLst>
            <pc:docMk/>
            <pc:sldMk cId="1332698881" sldId="300"/>
            <ac:spMk id="3" creationId="{EDC4786E-27B3-926E-92EA-6A93DD458269}"/>
          </ac:spMkLst>
        </pc:spChg>
        <pc:spChg chg="del mod">
          <ac:chgData name="Gilbert Habaasa" userId="6fc4d397-a2e2-46d8-b59f-bcde3bb5abcb" providerId="ADAL" clId="{4952F0FC-B57C-4223-82CF-B7717717747D}" dt="2026-06-19T03:19:33.799" v="3412" actId="478"/>
          <ac:spMkLst>
            <pc:docMk/>
            <pc:sldMk cId="1332698881" sldId="300"/>
            <ac:spMk id="5" creationId="{E2E20710-EE15-31F8-2350-B2D81A52BBDB}"/>
          </ac:spMkLst>
        </pc:spChg>
      </pc:sldChg>
      <pc:sldChg chg="modSp mod">
        <pc:chgData name="Gilbert Habaasa" userId="6fc4d397-a2e2-46d8-b59f-bcde3bb5abcb" providerId="ADAL" clId="{4952F0FC-B57C-4223-82CF-B7717717747D}" dt="2026-06-19T07:33:52.003" v="3622" actId="20577"/>
        <pc:sldMkLst>
          <pc:docMk/>
          <pc:sldMk cId="1881806407" sldId="301"/>
        </pc:sldMkLst>
        <pc:spChg chg="mod">
          <ac:chgData name="Gilbert Habaasa" userId="6fc4d397-a2e2-46d8-b59f-bcde3bb5abcb" providerId="ADAL" clId="{4952F0FC-B57C-4223-82CF-B7717717747D}" dt="2026-06-17T18:06:58.897" v="194" actId="20577"/>
          <ac:spMkLst>
            <pc:docMk/>
            <pc:sldMk cId="1881806407" sldId="301"/>
            <ac:spMk id="2" creationId="{AC6F3812-FE20-F340-2BF0-0CE9EE492C1C}"/>
          </ac:spMkLst>
        </pc:spChg>
        <pc:spChg chg="mod">
          <ac:chgData name="Gilbert Habaasa" userId="6fc4d397-a2e2-46d8-b59f-bcde3bb5abcb" providerId="ADAL" clId="{4952F0FC-B57C-4223-82CF-B7717717747D}" dt="2026-06-19T07:33:52.003" v="3622" actId="20577"/>
          <ac:spMkLst>
            <pc:docMk/>
            <pc:sldMk cId="1881806407" sldId="301"/>
            <ac:spMk id="3" creationId="{5A824E00-6DBD-E601-E89C-FB3527FA7254}"/>
          </ac:spMkLst>
        </pc:spChg>
      </pc:sldChg>
      <pc:sldChg chg="modSp mod">
        <pc:chgData name="Gilbert Habaasa" userId="6fc4d397-a2e2-46d8-b59f-bcde3bb5abcb" providerId="ADAL" clId="{4952F0FC-B57C-4223-82CF-B7717717747D}" dt="2026-06-19T03:28:17.434" v="3442" actId="207"/>
        <pc:sldMkLst>
          <pc:docMk/>
          <pc:sldMk cId="1189560060" sldId="304"/>
        </pc:sldMkLst>
        <pc:spChg chg="mod">
          <ac:chgData name="Gilbert Habaasa" userId="6fc4d397-a2e2-46d8-b59f-bcde3bb5abcb" providerId="ADAL" clId="{4952F0FC-B57C-4223-82CF-B7717717747D}" dt="2026-06-17T18:07:45.826" v="200" actId="20577"/>
          <ac:spMkLst>
            <pc:docMk/>
            <pc:sldMk cId="1189560060" sldId="304"/>
            <ac:spMk id="2" creationId="{54DD8B5C-B8D6-E88B-5C21-441CE4A13753}"/>
          </ac:spMkLst>
        </pc:spChg>
        <pc:spChg chg="mod">
          <ac:chgData name="Gilbert Habaasa" userId="6fc4d397-a2e2-46d8-b59f-bcde3bb5abcb" providerId="ADAL" clId="{4952F0FC-B57C-4223-82CF-B7717717747D}" dt="2026-06-19T03:28:17.434" v="3442" actId="207"/>
          <ac:spMkLst>
            <pc:docMk/>
            <pc:sldMk cId="1189560060" sldId="304"/>
            <ac:spMk id="3" creationId="{1251E6EB-630F-F34F-1393-C3DBF89EC1CB}"/>
          </ac:spMkLst>
        </pc:spChg>
      </pc:sldChg>
      <pc:sldChg chg="addSp delSp modSp mod">
        <pc:chgData name="Gilbert Habaasa" userId="6fc4d397-a2e2-46d8-b59f-bcde3bb5abcb" providerId="ADAL" clId="{4952F0FC-B57C-4223-82CF-B7717717747D}" dt="2026-06-19T07:34:25.687" v="3625" actId="2710"/>
        <pc:sldMkLst>
          <pc:docMk/>
          <pc:sldMk cId="936246461" sldId="305"/>
        </pc:sldMkLst>
        <pc:spChg chg="mod">
          <ac:chgData name="Gilbert Habaasa" userId="6fc4d397-a2e2-46d8-b59f-bcde3bb5abcb" providerId="ADAL" clId="{4952F0FC-B57C-4223-82CF-B7717717747D}" dt="2026-06-17T18:08:23.420" v="213" actId="20577"/>
          <ac:spMkLst>
            <pc:docMk/>
            <pc:sldMk cId="936246461" sldId="305"/>
            <ac:spMk id="2" creationId="{86A7270A-2031-A029-5131-91939CC3377B}"/>
          </ac:spMkLst>
        </pc:spChg>
        <pc:spChg chg="add del mod">
          <ac:chgData name="Gilbert Habaasa" userId="6fc4d397-a2e2-46d8-b59f-bcde3bb5abcb" providerId="ADAL" clId="{4952F0FC-B57C-4223-82CF-B7717717747D}" dt="2026-06-18T23:56:24.172" v="2497" actId="478"/>
          <ac:spMkLst>
            <pc:docMk/>
            <pc:sldMk cId="936246461" sldId="305"/>
            <ac:spMk id="4" creationId="{255F2C44-4ECD-7E4F-E565-A90B9CD4A8F8}"/>
          </ac:spMkLst>
        </pc:spChg>
        <pc:spChg chg="add mod">
          <ac:chgData name="Gilbert Habaasa" userId="6fc4d397-a2e2-46d8-b59f-bcde3bb5abcb" providerId="ADAL" clId="{4952F0FC-B57C-4223-82CF-B7717717747D}" dt="2026-06-19T07:34:25.687" v="3625" actId="2710"/>
          <ac:spMkLst>
            <pc:docMk/>
            <pc:sldMk cId="936246461" sldId="305"/>
            <ac:spMk id="7" creationId="{BA39FBB9-3E25-1737-C0FB-DDE5D4505512}"/>
          </ac:spMkLst>
        </pc:spChg>
        <pc:picChg chg="del mod">
          <ac:chgData name="Gilbert Habaasa" userId="6fc4d397-a2e2-46d8-b59f-bcde3bb5abcb" providerId="ADAL" clId="{4952F0FC-B57C-4223-82CF-B7717717747D}" dt="2026-06-18T05:59:10.489" v="1352" actId="478"/>
          <ac:picMkLst>
            <pc:docMk/>
            <pc:sldMk cId="936246461" sldId="305"/>
            <ac:picMk id="5" creationId="{C36FFAE7-8B3C-B302-C8F7-15BDE06898AD}"/>
          </ac:picMkLst>
        </pc:picChg>
      </pc:sldChg>
      <pc:sldChg chg="del">
        <pc:chgData name="Gilbert Habaasa" userId="6fc4d397-a2e2-46d8-b59f-bcde3bb5abcb" providerId="ADAL" clId="{4952F0FC-B57C-4223-82CF-B7717717747D}" dt="2026-06-19T03:19:13.454" v="3410" actId="2696"/>
        <pc:sldMkLst>
          <pc:docMk/>
          <pc:sldMk cId="1045541560" sldId="306"/>
        </pc:sldMkLst>
      </pc:sldChg>
      <pc:sldChg chg="addSp delSp modSp new mod modClrScheme chgLayout">
        <pc:chgData name="Gilbert Habaasa" userId="6fc4d397-a2e2-46d8-b59f-bcde3bb5abcb" providerId="ADAL" clId="{4952F0FC-B57C-4223-82CF-B7717717747D}" dt="2026-06-19T07:34:46.320" v="3627" actId="2710"/>
        <pc:sldMkLst>
          <pc:docMk/>
          <pc:sldMk cId="11159960" sldId="307"/>
        </pc:sldMkLst>
        <pc:spChg chg="mod">
          <ac:chgData name="Gilbert Habaasa" userId="6fc4d397-a2e2-46d8-b59f-bcde3bb5abcb" providerId="ADAL" clId="{4952F0FC-B57C-4223-82CF-B7717717747D}" dt="2026-06-18T20:27:39.430" v="1764" actId="26606"/>
          <ac:spMkLst>
            <pc:docMk/>
            <pc:sldMk cId="11159960" sldId="307"/>
            <ac:spMk id="2" creationId="{1562D80E-8C47-4D05-F82F-93F6B52A4899}"/>
          </ac:spMkLst>
        </pc:spChg>
        <pc:spChg chg="del">
          <ac:chgData name="Gilbert Habaasa" userId="6fc4d397-a2e2-46d8-b59f-bcde3bb5abcb" providerId="ADAL" clId="{4952F0FC-B57C-4223-82CF-B7717717747D}" dt="2026-06-18T20:21:10.680" v="1734" actId="931"/>
          <ac:spMkLst>
            <pc:docMk/>
            <pc:sldMk cId="11159960" sldId="307"/>
            <ac:spMk id="3" creationId="{AA4A89BD-3532-3703-E662-E80961192F59}"/>
          </ac:spMkLst>
        </pc:spChg>
        <pc:spChg chg="add del mod">
          <ac:chgData name="Gilbert Habaasa" userId="6fc4d397-a2e2-46d8-b59f-bcde3bb5abcb" providerId="ADAL" clId="{4952F0FC-B57C-4223-82CF-B7717717747D}" dt="2026-06-18T20:26:14.981" v="1761" actId="931"/>
          <ac:spMkLst>
            <pc:docMk/>
            <pc:sldMk cId="11159960" sldId="307"/>
            <ac:spMk id="7" creationId="{7BB69CCE-3189-F828-6445-9B3EFD53AEE0}"/>
          </ac:spMkLst>
        </pc:spChg>
        <pc:spChg chg="add del mod">
          <ac:chgData name="Gilbert Habaasa" userId="6fc4d397-a2e2-46d8-b59f-bcde3bb5abcb" providerId="ADAL" clId="{4952F0FC-B57C-4223-82CF-B7717717747D}" dt="2026-06-18T20:41:24.902" v="2032" actId="931"/>
          <ac:spMkLst>
            <pc:docMk/>
            <pc:sldMk cId="11159960" sldId="307"/>
            <ac:spMk id="13" creationId="{DEFF1653-D9E0-FF76-C8F3-6737F7DBBD9F}"/>
          </ac:spMkLst>
        </pc:spChg>
        <pc:spChg chg="add mod ord">
          <ac:chgData name="Gilbert Habaasa" userId="6fc4d397-a2e2-46d8-b59f-bcde3bb5abcb" providerId="ADAL" clId="{4952F0FC-B57C-4223-82CF-B7717717747D}" dt="2026-06-19T07:34:46.320" v="3627" actId="2710"/>
          <ac:spMkLst>
            <pc:docMk/>
            <pc:sldMk cId="11159960" sldId="307"/>
            <ac:spMk id="16" creationId="{9A26B6C4-C240-8967-3382-B4F7DE16A1A8}"/>
          </ac:spMkLst>
        </pc:spChg>
        <pc:spChg chg="add del mod">
          <ac:chgData name="Gilbert Habaasa" userId="6fc4d397-a2e2-46d8-b59f-bcde3bb5abcb" providerId="ADAL" clId="{4952F0FC-B57C-4223-82CF-B7717717747D}" dt="2026-06-18T20:45:25.852" v="2052" actId="931"/>
          <ac:spMkLst>
            <pc:docMk/>
            <pc:sldMk cId="11159960" sldId="307"/>
            <ac:spMk id="18" creationId="{D3B57C5E-A1A6-E543-1A2A-B73E0B3B2DCC}"/>
          </ac:spMkLst>
        </pc:spChg>
        <pc:spChg chg="add del mod">
          <ac:chgData name="Gilbert Habaasa" userId="6fc4d397-a2e2-46d8-b59f-bcde3bb5abcb" providerId="ADAL" clId="{4952F0FC-B57C-4223-82CF-B7717717747D}" dt="2026-06-18T21:03:25.533" v="2057" actId="931"/>
          <ac:spMkLst>
            <pc:docMk/>
            <pc:sldMk cId="11159960" sldId="307"/>
            <ac:spMk id="22" creationId="{57CDD1E8-CF48-B15E-17CF-34B25C3F9AD2}"/>
          </ac:spMkLst>
        </pc:spChg>
        <pc:picChg chg="add del mod">
          <ac:chgData name="Gilbert Habaasa" userId="6fc4d397-a2e2-46d8-b59f-bcde3bb5abcb" providerId="ADAL" clId="{4952F0FC-B57C-4223-82CF-B7717717747D}" dt="2026-06-18T20:24:37.341" v="1750" actId="478"/>
          <ac:picMkLst>
            <pc:docMk/>
            <pc:sldMk cId="11159960" sldId="307"/>
            <ac:picMk id="5" creationId="{FE4209F5-B66D-F994-9387-238D658AD836}"/>
          </ac:picMkLst>
        </pc:picChg>
        <pc:picChg chg="add mod">
          <ac:chgData name="Gilbert Habaasa" userId="6fc4d397-a2e2-46d8-b59f-bcde3bb5abcb" providerId="ADAL" clId="{4952F0FC-B57C-4223-82CF-B7717717747D}" dt="2026-06-18T20:25:28.999" v="1760" actId="931"/>
          <ac:picMkLst>
            <pc:docMk/>
            <pc:sldMk cId="11159960" sldId="307"/>
            <ac:picMk id="9" creationId="{EBA863EB-6825-EAF6-8B1A-F0D325CE1437}"/>
          </ac:picMkLst>
        </pc:picChg>
        <pc:picChg chg="add del mod">
          <ac:chgData name="Gilbert Habaasa" userId="6fc4d397-a2e2-46d8-b59f-bcde3bb5abcb" providerId="ADAL" clId="{4952F0FC-B57C-4223-82CF-B7717717747D}" dt="2026-06-18T20:41:17.620" v="2031" actId="478"/>
          <ac:picMkLst>
            <pc:docMk/>
            <pc:sldMk cId="11159960" sldId="307"/>
            <ac:picMk id="11" creationId="{0E2256EA-862F-DF26-81CC-E2D732A50F7D}"/>
          </ac:picMkLst>
        </pc:picChg>
        <pc:picChg chg="add del mod">
          <ac:chgData name="Gilbert Habaasa" userId="6fc4d397-a2e2-46d8-b59f-bcde3bb5abcb" providerId="ADAL" clId="{4952F0FC-B57C-4223-82CF-B7717717747D}" dt="2026-06-18T20:45:19.853" v="2051" actId="478"/>
          <ac:picMkLst>
            <pc:docMk/>
            <pc:sldMk cId="11159960" sldId="307"/>
            <ac:picMk id="15" creationId="{44197EAC-ABE2-CCDC-E471-BEAEAB370756}"/>
          </ac:picMkLst>
        </pc:picChg>
        <pc:picChg chg="add del mod">
          <ac:chgData name="Gilbert Habaasa" userId="6fc4d397-a2e2-46d8-b59f-bcde3bb5abcb" providerId="ADAL" clId="{4952F0FC-B57C-4223-82CF-B7717717747D}" dt="2026-06-18T21:03:18.763" v="2056" actId="478"/>
          <ac:picMkLst>
            <pc:docMk/>
            <pc:sldMk cId="11159960" sldId="307"/>
            <ac:picMk id="20" creationId="{A236EB69-D91A-EF0B-FB3D-D917F0985649}"/>
          </ac:picMkLst>
        </pc:picChg>
        <pc:picChg chg="add mod">
          <ac:chgData name="Gilbert Habaasa" userId="6fc4d397-a2e2-46d8-b59f-bcde3bb5abcb" providerId="ADAL" clId="{4952F0FC-B57C-4223-82CF-B7717717747D}" dt="2026-06-18T21:04:13.113" v="2060" actId="26606"/>
          <ac:picMkLst>
            <pc:docMk/>
            <pc:sldMk cId="11159960" sldId="307"/>
            <ac:picMk id="24" creationId="{53C0726E-F75D-4EC0-63B2-191C6577180A}"/>
          </ac:picMkLst>
        </pc:picChg>
      </pc:sldChg>
      <pc:sldChg chg="addSp delSp modSp new mod">
        <pc:chgData name="Gilbert Habaasa" userId="6fc4d397-a2e2-46d8-b59f-bcde3bb5abcb" providerId="ADAL" clId="{4952F0FC-B57C-4223-82CF-B7717717747D}" dt="2026-06-19T03:27:49.514" v="3438" actId="207"/>
        <pc:sldMkLst>
          <pc:docMk/>
          <pc:sldMk cId="1263663273" sldId="308"/>
        </pc:sldMkLst>
        <pc:spChg chg="del">
          <ac:chgData name="Gilbert Habaasa" userId="6fc4d397-a2e2-46d8-b59f-bcde3bb5abcb" providerId="ADAL" clId="{4952F0FC-B57C-4223-82CF-B7717717747D}" dt="2026-06-18T23:39:51.983" v="2348" actId="26606"/>
          <ac:spMkLst>
            <pc:docMk/>
            <pc:sldMk cId="1263663273" sldId="308"/>
            <ac:spMk id="2" creationId="{EC68DFCE-019E-21EC-6A28-608A777AE56C}"/>
          </ac:spMkLst>
        </pc:spChg>
        <pc:spChg chg="del">
          <ac:chgData name="Gilbert Habaasa" userId="6fc4d397-a2e2-46d8-b59f-bcde3bb5abcb" providerId="ADAL" clId="{4952F0FC-B57C-4223-82CF-B7717717747D}" dt="2026-06-18T23:24:48.940" v="2093" actId="931"/>
          <ac:spMkLst>
            <pc:docMk/>
            <pc:sldMk cId="1263663273" sldId="308"/>
            <ac:spMk id="3" creationId="{404117D6-0A6C-0BFE-E31D-158D633AFE8A}"/>
          </ac:spMkLst>
        </pc:spChg>
        <pc:spChg chg="mod ord">
          <ac:chgData name="Gilbert Habaasa" userId="6fc4d397-a2e2-46d8-b59f-bcde3bb5abcb" providerId="ADAL" clId="{4952F0FC-B57C-4223-82CF-B7717717747D}" dt="2026-06-19T03:27:49.514" v="3438" actId="207"/>
          <ac:spMkLst>
            <pc:docMk/>
            <pc:sldMk cId="1263663273" sldId="308"/>
            <ac:spMk id="4" creationId="{3DD7289E-5ECD-3A2B-1E59-5983C1BF7809}"/>
          </ac:spMkLst>
        </pc:spChg>
        <pc:spChg chg="add del mod">
          <ac:chgData name="Gilbert Habaasa" userId="6fc4d397-a2e2-46d8-b59f-bcde3bb5abcb" providerId="ADAL" clId="{4952F0FC-B57C-4223-82CF-B7717717747D}" dt="2026-06-18T23:32:45.131" v="2339" actId="931"/>
          <ac:spMkLst>
            <pc:docMk/>
            <pc:sldMk cId="1263663273" sldId="308"/>
            <ac:spMk id="8" creationId="{B81CE45B-1479-64E6-5B1E-CB4604600A4F}"/>
          </ac:spMkLst>
        </pc:spChg>
        <pc:spChg chg="add del mod">
          <ac:chgData name="Gilbert Habaasa" userId="6fc4d397-a2e2-46d8-b59f-bcde3bb5abcb" providerId="ADAL" clId="{4952F0FC-B57C-4223-82CF-B7717717747D}" dt="2026-06-18T23:36:12.555" v="2343" actId="931"/>
          <ac:spMkLst>
            <pc:docMk/>
            <pc:sldMk cId="1263663273" sldId="308"/>
            <ac:spMk id="12" creationId="{9FCE2135-6E0F-63C8-3EBA-2305B0E88526}"/>
          </ac:spMkLst>
        </pc:spChg>
        <pc:spChg chg="add del mod">
          <ac:chgData name="Gilbert Habaasa" userId="6fc4d397-a2e2-46d8-b59f-bcde3bb5abcb" providerId="ADAL" clId="{4952F0FC-B57C-4223-82CF-B7717717747D}" dt="2026-06-18T23:38:48.329" v="2347" actId="931"/>
          <ac:spMkLst>
            <pc:docMk/>
            <pc:sldMk cId="1263663273" sldId="308"/>
            <ac:spMk id="16" creationId="{266704ED-F41B-AFFC-3220-F9F90E12A2DD}"/>
          </ac:spMkLst>
        </pc:spChg>
        <pc:spChg chg="add mod">
          <ac:chgData name="Gilbert Habaasa" userId="6fc4d397-a2e2-46d8-b59f-bcde3bb5abcb" providerId="ADAL" clId="{4952F0FC-B57C-4223-82CF-B7717717747D}" dt="2026-06-18T23:40:21.005" v="2390" actId="27636"/>
          <ac:spMkLst>
            <pc:docMk/>
            <pc:sldMk cId="1263663273" sldId="308"/>
            <ac:spMk id="23" creationId="{F8A1ABCE-5365-CA6E-1C87-E41B2083D632}"/>
          </ac:spMkLst>
        </pc:spChg>
        <pc:picChg chg="add del mod">
          <ac:chgData name="Gilbert Habaasa" userId="6fc4d397-a2e2-46d8-b59f-bcde3bb5abcb" providerId="ADAL" clId="{4952F0FC-B57C-4223-82CF-B7717717747D}" dt="2026-06-18T23:32:39.583" v="2338" actId="478"/>
          <ac:picMkLst>
            <pc:docMk/>
            <pc:sldMk cId="1263663273" sldId="308"/>
            <ac:picMk id="6" creationId="{512C04B6-59ED-CB4A-9D88-4AFE4F67B3E7}"/>
          </ac:picMkLst>
        </pc:picChg>
        <pc:picChg chg="add del mod">
          <ac:chgData name="Gilbert Habaasa" userId="6fc4d397-a2e2-46d8-b59f-bcde3bb5abcb" providerId="ADAL" clId="{4952F0FC-B57C-4223-82CF-B7717717747D}" dt="2026-06-18T23:36:07.389" v="2342" actId="478"/>
          <ac:picMkLst>
            <pc:docMk/>
            <pc:sldMk cId="1263663273" sldId="308"/>
            <ac:picMk id="10" creationId="{E985C54C-816C-3942-9BF0-1C66A5DE04CE}"/>
          </ac:picMkLst>
        </pc:picChg>
        <pc:picChg chg="add del mod">
          <ac:chgData name="Gilbert Habaasa" userId="6fc4d397-a2e2-46d8-b59f-bcde3bb5abcb" providerId="ADAL" clId="{4952F0FC-B57C-4223-82CF-B7717717747D}" dt="2026-06-18T23:38:43.376" v="2346" actId="478"/>
          <ac:picMkLst>
            <pc:docMk/>
            <pc:sldMk cId="1263663273" sldId="308"/>
            <ac:picMk id="14" creationId="{E19FC3F5-F75C-5C15-D827-AAA7058E2D95}"/>
          </ac:picMkLst>
        </pc:picChg>
        <pc:picChg chg="add mod">
          <ac:chgData name="Gilbert Habaasa" userId="6fc4d397-a2e2-46d8-b59f-bcde3bb5abcb" providerId="ADAL" clId="{4952F0FC-B57C-4223-82CF-B7717717747D}" dt="2026-06-18T23:39:51.983" v="2348" actId="26606"/>
          <ac:picMkLst>
            <pc:docMk/>
            <pc:sldMk cId="1263663273" sldId="308"/>
            <ac:picMk id="18" creationId="{339B9C62-CDFB-6574-08E0-B982F2531E8D}"/>
          </ac:picMkLst>
        </pc:picChg>
      </pc:sldChg>
      <pc:sldChg chg="addSp delSp modSp new mod">
        <pc:chgData name="Gilbert Habaasa" userId="6fc4d397-a2e2-46d8-b59f-bcde3bb5abcb" providerId="ADAL" clId="{4952F0FC-B57C-4223-82CF-B7717717747D}" dt="2026-06-19T07:35:10.607" v="3629" actId="2710"/>
        <pc:sldMkLst>
          <pc:docMk/>
          <pc:sldMk cId="1900907408" sldId="309"/>
        </pc:sldMkLst>
        <pc:spChg chg="mod">
          <ac:chgData name="Gilbert Habaasa" userId="6fc4d397-a2e2-46d8-b59f-bcde3bb5abcb" providerId="ADAL" clId="{4952F0FC-B57C-4223-82CF-B7717717747D}" dt="2026-06-19T02:56:29.379" v="2994" actId="26606"/>
          <ac:spMkLst>
            <pc:docMk/>
            <pc:sldMk cId="1900907408" sldId="309"/>
            <ac:spMk id="2" creationId="{9AFAE8A1-9465-21D7-83D9-46B1858E8D09}"/>
          </ac:spMkLst>
        </pc:spChg>
        <pc:spChg chg="del">
          <ac:chgData name="Gilbert Habaasa" userId="6fc4d397-a2e2-46d8-b59f-bcde3bb5abcb" providerId="ADAL" clId="{4952F0FC-B57C-4223-82CF-B7717717747D}" dt="2026-06-19T02:49:37.237" v="2856" actId="931"/>
          <ac:spMkLst>
            <pc:docMk/>
            <pc:sldMk cId="1900907408" sldId="309"/>
            <ac:spMk id="3" creationId="{5669CC92-215F-163E-9BD0-45DD0174B709}"/>
          </ac:spMkLst>
        </pc:spChg>
        <pc:spChg chg="add del mod ord">
          <ac:chgData name="Gilbert Habaasa" userId="6fc4d397-a2e2-46d8-b59f-bcde3bb5abcb" providerId="ADAL" clId="{4952F0FC-B57C-4223-82CF-B7717717747D}" dt="2026-06-19T07:35:10.607" v="3629" actId="2710"/>
          <ac:spMkLst>
            <pc:docMk/>
            <pc:sldMk cId="1900907408" sldId="309"/>
            <ac:spMk id="4" creationId="{E0768C71-86D3-7080-6386-CCCAA77D9E29}"/>
          </ac:spMkLst>
        </pc:spChg>
        <pc:spChg chg="add del mod">
          <ac:chgData name="Gilbert Habaasa" userId="6fc4d397-a2e2-46d8-b59f-bcde3bb5abcb" providerId="ADAL" clId="{4952F0FC-B57C-4223-82CF-B7717717747D}" dt="2026-06-19T03:00:37.823" v="2996" actId="931"/>
          <ac:spMkLst>
            <pc:docMk/>
            <pc:sldMk cId="1900907408" sldId="309"/>
            <ac:spMk id="9" creationId="{08CB4C09-12E6-9D7B-4324-2DF61D8138B4}"/>
          </ac:spMkLst>
        </pc:spChg>
        <pc:spChg chg="add del mod">
          <ac:chgData name="Gilbert Habaasa" userId="6fc4d397-a2e2-46d8-b59f-bcde3bb5abcb" providerId="ADAL" clId="{4952F0FC-B57C-4223-82CF-B7717717747D}" dt="2026-06-19T03:02:56.268" v="3002" actId="931"/>
          <ac:spMkLst>
            <pc:docMk/>
            <pc:sldMk cId="1900907408" sldId="309"/>
            <ac:spMk id="13" creationId="{D2CB7B2C-5861-991E-DFB3-B8D9CEFF3497}"/>
          </ac:spMkLst>
        </pc:spChg>
        <pc:graphicFrameChg chg="add mod">
          <ac:chgData name="Gilbert Habaasa" userId="6fc4d397-a2e2-46d8-b59f-bcde3bb5abcb" providerId="ADAL" clId="{4952F0FC-B57C-4223-82CF-B7717717747D}" dt="2026-06-19T02:53:13.564" v="2860"/>
          <ac:graphicFrameMkLst>
            <pc:docMk/>
            <pc:sldMk cId="1900907408" sldId="309"/>
            <ac:graphicFrameMk id="7" creationId="{B429452A-324C-0DEC-BC50-1D418E7ED253}"/>
          </ac:graphicFrameMkLst>
        </pc:graphicFrameChg>
        <pc:picChg chg="add del mod">
          <ac:chgData name="Gilbert Habaasa" userId="6fc4d397-a2e2-46d8-b59f-bcde3bb5abcb" providerId="ADAL" clId="{4952F0FC-B57C-4223-82CF-B7717717747D}" dt="2026-06-19T03:00:31.001" v="2995" actId="478"/>
          <ac:picMkLst>
            <pc:docMk/>
            <pc:sldMk cId="1900907408" sldId="309"/>
            <ac:picMk id="6" creationId="{9BC5A76F-31AE-FFBC-51D3-6ECF12506754}"/>
          </ac:picMkLst>
        </pc:picChg>
        <pc:picChg chg="add del mod">
          <ac:chgData name="Gilbert Habaasa" userId="6fc4d397-a2e2-46d8-b59f-bcde3bb5abcb" providerId="ADAL" clId="{4952F0FC-B57C-4223-82CF-B7717717747D}" dt="2026-06-19T03:02:50.570" v="3001" actId="478"/>
          <ac:picMkLst>
            <pc:docMk/>
            <pc:sldMk cId="1900907408" sldId="309"/>
            <ac:picMk id="11" creationId="{0202DE2C-A303-9C8F-E494-E016F18565C1}"/>
          </ac:picMkLst>
        </pc:picChg>
        <pc:picChg chg="add mod">
          <ac:chgData name="Gilbert Habaasa" userId="6fc4d397-a2e2-46d8-b59f-bcde3bb5abcb" providerId="ADAL" clId="{4952F0FC-B57C-4223-82CF-B7717717747D}" dt="2026-06-19T03:03:14.879" v="3005" actId="26606"/>
          <ac:picMkLst>
            <pc:docMk/>
            <pc:sldMk cId="1900907408" sldId="309"/>
            <ac:picMk id="15" creationId="{88E57347-EDDD-5565-87B8-F68A62733EBF}"/>
          </ac:picMkLst>
        </pc:picChg>
      </pc:sldChg>
      <pc:sldChg chg="addSp delSp modSp new mod">
        <pc:chgData name="Gilbert Habaasa" userId="6fc4d397-a2e2-46d8-b59f-bcde3bb5abcb" providerId="ADAL" clId="{4952F0FC-B57C-4223-82CF-B7717717747D}" dt="2026-06-19T07:34:57.860" v="3628" actId="2710"/>
        <pc:sldMkLst>
          <pc:docMk/>
          <pc:sldMk cId="134734469" sldId="310"/>
        </pc:sldMkLst>
        <pc:spChg chg="mod">
          <ac:chgData name="Gilbert Habaasa" userId="6fc4d397-a2e2-46d8-b59f-bcde3bb5abcb" providerId="ADAL" clId="{4952F0FC-B57C-4223-82CF-B7717717747D}" dt="2026-06-19T07:25:05.512" v="3609" actId="20577"/>
          <ac:spMkLst>
            <pc:docMk/>
            <pc:sldMk cId="134734469" sldId="310"/>
            <ac:spMk id="2" creationId="{48EFF4C8-2BCA-B7EB-3DDE-BD880A90A881}"/>
          </ac:spMkLst>
        </pc:spChg>
        <pc:spChg chg="del">
          <ac:chgData name="Gilbert Habaasa" userId="6fc4d397-a2e2-46d8-b59f-bcde3bb5abcb" providerId="ADAL" clId="{4952F0FC-B57C-4223-82CF-B7717717747D}" dt="2026-06-19T07:19:24.822" v="3492" actId="931"/>
          <ac:spMkLst>
            <pc:docMk/>
            <pc:sldMk cId="134734469" sldId="310"/>
            <ac:spMk id="3" creationId="{516373A4-06E2-35B1-A964-4009F2C47A0C}"/>
          </ac:spMkLst>
        </pc:spChg>
        <pc:spChg chg="mod">
          <ac:chgData name="Gilbert Habaasa" userId="6fc4d397-a2e2-46d8-b59f-bcde3bb5abcb" providerId="ADAL" clId="{4952F0FC-B57C-4223-82CF-B7717717747D}" dt="2026-06-19T07:34:57.860" v="3628" actId="2710"/>
          <ac:spMkLst>
            <pc:docMk/>
            <pc:sldMk cId="134734469" sldId="310"/>
            <ac:spMk id="4" creationId="{8BDB65C2-76DF-DAA0-2856-41F5DCC8CE36}"/>
          </ac:spMkLst>
        </pc:spChg>
        <pc:spChg chg="add del mod">
          <ac:chgData name="Gilbert Habaasa" userId="6fc4d397-a2e2-46d8-b59f-bcde3bb5abcb" providerId="ADAL" clId="{4952F0FC-B57C-4223-82CF-B7717717747D}" dt="2026-06-19T07:28:52.193" v="3613" actId="931"/>
          <ac:spMkLst>
            <pc:docMk/>
            <pc:sldMk cId="134734469" sldId="310"/>
            <ac:spMk id="8" creationId="{9177484C-B438-C532-DFF1-F8A6F60F2745}"/>
          </ac:spMkLst>
        </pc:spChg>
        <pc:picChg chg="add del mod">
          <ac:chgData name="Gilbert Habaasa" userId="6fc4d397-a2e2-46d8-b59f-bcde3bb5abcb" providerId="ADAL" clId="{4952F0FC-B57C-4223-82CF-B7717717747D}" dt="2026-06-19T07:28:44.978" v="3612" actId="478"/>
          <ac:picMkLst>
            <pc:docMk/>
            <pc:sldMk cId="134734469" sldId="310"/>
            <ac:picMk id="6" creationId="{B537C1AE-7C22-3E70-D1C6-66B2FAC64BEE}"/>
          </ac:picMkLst>
        </pc:picChg>
        <pc:picChg chg="add mod">
          <ac:chgData name="Gilbert Habaasa" userId="6fc4d397-a2e2-46d8-b59f-bcde3bb5abcb" providerId="ADAL" clId="{4952F0FC-B57C-4223-82CF-B7717717747D}" dt="2026-06-19T07:28:53.474" v="3615" actId="962"/>
          <ac:picMkLst>
            <pc:docMk/>
            <pc:sldMk cId="134734469" sldId="310"/>
            <ac:picMk id="10" creationId="{E395DA91-E8A2-5618-B7AC-9DAAECC6E1DE}"/>
          </ac:picMkLst>
        </pc:picChg>
      </pc:sldChg>
      <pc:sldChg chg="new del">
        <pc:chgData name="Gilbert Habaasa" userId="6fc4d397-a2e2-46d8-b59f-bcde3bb5abcb" providerId="ADAL" clId="{4952F0FC-B57C-4223-82CF-B7717717747D}" dt="2026-06-19T07:31:40.462" v="3617" actId="680"/>
        <pc:sldMkLst>
          <pc:docMk/>
          <pc:sldMk cId="1040056349" sldId="311"/>
        </pc:sldMkLst>
      </pc:sldChg>
      <pc:sldChg chg="new del">
        <pc:chgData name="Gilbert Habaasa" userId="6fc4d397-a2e2-46d8-b59f-bcde3bb5abcb" providerId="ADAL" clId="{4952F0FC-B57C-4223-82CF-B7717717747D}" dt="2026-06-19T07:32:35.326" v="3619" actId="680"/>
        <pc:sldMkLst>
          <pc:docMk/>
          <pc:sldMk cId="3950058637" sldId="31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F6FC6-313D-4A85-ABCF-56851BB5D63B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ABFA4-784E-4B50-959E-1D8710D27D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96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2" name="Date Placeholder 11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FB0E9-6A4B-4127-9BEE-D304B21B44FE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13" name="Slide Image Placeholder 12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4" name="Notes Placeholder 1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56297-D111-4D0B-947E-B7C89E74B1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0124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56297-D111-4D0B-947E-B7C89E74B1D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3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56297-D111-4D0B-947E-B7C89E74B1D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828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168953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163634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2DD2D9-0C06-03FF-48F7-49D8CB317BA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57201" y="1477818"/>
            <a:ext cx="8233257" cy="46918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5BF395-8F11-30E9-B547-FE203DF845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57201" y="1477818"/>
            <a:ext cx="8182050" cy="46918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EEDED3-AE8F-0C8E-EDF9-6A7C31D1F1A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555732" y="1434769"/>
            <a:ext cx="5159917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A615699-86BB-CEEE-92C9-7C37C802AF2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8351" y="1434769"/>
            <a:ext cx="3008314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9F7D73-ACBE-E1C7-4A2B-543826F5E9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526883" y="1449400"/>
            <a:ext cx="5159917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ADD2AC-3E96-C51E-B21B-5F9FA06BB47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57200" y="1449400"/>
            <a:ext cx="3008314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982CC-22F2-BA36-0A31-A69497C6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2819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A92B-7E46-7C00-6AA0-370655180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312819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50" r:id="rId3"/>
    <p:sldLayoutId id="2147483663" r:id="rId4"/>
    <p:sldLayoutId id="2147483656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tx1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>
                <a:solidFill>
                  <a:schemeClr val="tx1"/>
                </a:solidFill>
              </a:rPr>
              <a:t>Sex Disparities in Mortality and Causes of Death in the Netherlands: An Exploration of Historical Amsterdam Data, 1856-1875</a:t>
            </a:r>
          </a:p>
        </p:txBody>
      </p:sp>
      <p:sp>
        <p:nvSpPr>
          <p:cNvPr id="3" name="Title Placeholder 1"/>
          <p:cNvSpPr txBox="1">
            <a:spLocks/>
          </p:cNvSpPr>
          <p:nvPr/>
        </p:nvSpPr>
        <p:spPr>
          <a:xfrm>
            <a:off x="628649" y="3638931"/>
            <a:ext cx="7886701" cy="943221"/>
          </a:xfrm>
          <a:prstGeom prst="rect">
            <a:avLst/>
          </a:prstGeom>
        </p:spPr>
        <p:txBody>
          <a:bodyPr vert="horz" lIns="68598" tIns="34299" rIns="68598" bIns="34299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chemeClr val="bg2"/>
                </a:solidFill>
                <a:latin typeface="merriweather" charset="0"/>
                <a:ea typeface="+mj-ea"/>
                <a:cs typeface="+mj-cs"/>
              </a:defRPr>
            </a:lvl1pPr>
          </a:lstStyle>
          <a:p>
            <a:r>
              <a:rPr lang="pt-BR" sz="2600" b="1" dirty="0">
                <a:solidFill>
                  <a:schemeClr val="tx1"/>
                </a:solidFill>
                <a:latin typeface="open sans" charset="0"/>
              </a:rPr>
              <a:t>Gilbert Habaasa </a:t>
            </a:r>
            <a:endParaRPr lang="en-US" sz="2600" dirty="0">
              <a:solidFill>
                <a:schemeClr val="tx1"/>
              </a:solidFill>
              <a:latin typeface="open sans" charset="0"/>
            </a:endParaRPr>
          </a:p>
        </p:txBody>
      </p:sp>
      <p:pic>
        <p:nvPicPr>
          <p:cNvPr id="7" name="Picture 6" descr="A logo with a mountain in the background&#10;&#10;AI-generated content may be incorrect.">
            <a:extLst>
              <a:ext uri="{FF2B5EF4-FFF2-40B4-BE49-F238E27FC236}">
                <a16:creationId xmlns:a16="http://schemas.microsoft.com/office/drawing/2014/main" id="{A21C856F-B1E0-94C6-4183-E9057003E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362" y="171549"/>
            <a:ext cx="1992085" cy="1992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3F25B0-722B-A07C-5C83-A10A7250C2DD}"/>
              </a:ext>
            </a:extLst>
          </p:cNvPr>
          <p:cNvSpPr txBox="1"/>
          <p:nvPr/>
        </p:nvSpPr>
        <p:spPr>
          <a:xfrm>
            <a:off x="2618509" y="5652105"/>
            <a:ext cx="6234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Summer Project Presentation at CED, Barcelona, Spain, on </a:t>
            </a:r>
            <a:r>
              <a:rPr lang="en-GB" b="1" dirty="0"/>
              <a:t>Friday, 19 June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5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F3812-FE20-F340-2BF0-0CE9EE49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24E00-6DBD-E601-E89C-FB3527FA725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83780" y="1008993"/>
            <a:ext cx="8704356" cy="5160695"/>
          </a:xfrm>
        </p:spPr>
        <p:txBody>
          <a:bodyPr/>
          <a:lstStyle/>
          <a:p>
            <a:pPr>
              <a:lnSpc>
                <a:spcPts val="2543"/>
              </a:lnSpc>
            </a:pPr>
            <a:endParaRPr lang="en-GB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ts val="2543"/>
              </a:lnSpc>
            </a:pPr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we know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Modern demography emphasises the female survival advantage over male counterparts: Females have had higher life expectancy than males for the last 100 years.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pPr>
              <a:lnSpc>
                <a:spcPts val="2543"/>
              </a:lnSpc>
            </a:pP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But Does Historical Data show a female-male survival advantage?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Is the female-male survival advantage uniformly present across all age groups and years in 19</a:t>
            </a:r>
            <a:r>
              <a:rPr lang="en-GB" sz="2000" baseline="30000" dirty="0">
                <a:latin typeface="Open Sans" charset="0"/>
                <a:ea typeface="Open Sans" charset="0"/>
                <a:cs typeface="Open Sans" charset="0"/>
              </a:rPr>
              <a:t>th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-century Amsterdam, Netherlands(1856-1875)?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What explains the differences in female-male survival across ages and time in the 19</a:t>
            </a:r>
            <a:r>
              <a:rPr lang="en-GB" sz="2000" baseline="30000" dirty="0">
                <a:latin typeface="Open Sans" charset="0"/>
                <a:ea typeface="Open Sans" charset="0"/>
                <a:cs typeface="Open Sans" charset="0"/>
              </a:rPr>
              <a:t>th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 Century?</a:t>
            </a:r>
          </a:p>
        </p:txBody>
      </p:sp>
    </p:spTree>
    <p:extLst>
      <p:ext uri="{BB962C8B-B14F-4D97-AF65-F5344CB8AC3E}">
        <p14:creationId xmlns:p14="http://schemas.microsoft.com/office/powerpoint/2010/main" val="188180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2901-C8D8-4EA5-A524-47D551B2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8B5C-B8D6-E88B-5C21-441CE4A1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1E6EB-630F-F34F-1393-C3DBF89EC1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80556" y="1024569"/>
            <a:ext cx="8786326" cy="5750804"/>
          </a:xfrm>
        </p:spPr>
        <p:txBody>
          <a:bodyPr/>
          <a:lstStyle/>
          <a:p>
            <a:pPr>
              <a:lnSpc>
                <a:spcPts val="2543"/>
              </a:lnSpc>
            </a:pPr>
            <a:endParaRPr lang="en-GB" sz="2000" b="1" dirty="0">
              <a:latin typeface="Open Sans" charset="0"/>
              <a:ea typeface="Open Sans" charset="0"/>
              <a:cs typeface="Open Sans" charset="0"/>
            </a:endParaRP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Data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Amsterdam Cause of Death (ACD)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Amsterdam Population data [comparing age groups in the censuses and in the paper of Marco van Leeuwen]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Data description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 year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month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age-year,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gender, 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ICD10h1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Type of data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Amsterdam historical data (1856-1875).</a:t>
            </a: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Source of data</a:t>
            </a:r>
          </a:p>
          <a:p>
            <a:pPr marL="900261" lvl="1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GREAT LEAP</a:t>
            </a:r>
          </a:p>
          <a:p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pPr marL="342900" indent="-342900">
              <a:lnSpc>
                <a:spcPts val="2543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pPr lvl="1"/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8956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270A-2031-A029-5131-91939CC3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39FBB9-3E25-1737-C0FB-DDE5D450551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57201" y="1051034"/>
            <a:ext cx="8387254" cy="5349766"/>
          </a:xfrm>
        </p:spPr>
        <p:txBody>
          <a:bodyPr/>
          <a:lstStyle/>
          <a:p>
            <a:endParaRPr lang="en-GB" sz="2000" b="1" dirty="0"/>
          </a:p>
          <a:p>
            <a:pPr>
              <a:lnSpc>
                <a:spcPct val="150000"/>
              </a:lnSpc>
            </a:pPr>
            <a:r>
              <a:rPr lang="en-GB" sz="2000" b="1" dirty="0"/>
              <a:t>Analytical Techniques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Descriptive statistics</a:t>
            </a:r>
          </a:p>
          <a:p>
            <a:pPr marL="900261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Distribution of death by gender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Multinomial logistic regression</a:t>
            </a:r>
          </a:p>
          <a:p>
            <a:pPr marL="900261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Relative Risk Ratio for women vs men.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Decomposition analysis of mortality by Gender (Kitagawa, 1955 method).</a:t>
            </a:r>
          </a:p>
          <a:p>
            <a:pPr marL="900261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Direct effect: variations in age-specific risks</a:t>
            </a:r>
          </a:p>
          <a:p>
            <a:pPr marL="900261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Structure effect: shifts in population structure.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24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D80E-8C47-4D05-F82F-93F6B52A4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132"/>
            <a:ext cx="6697133" cy="623236"/>
          </a:xfrm>
        </p:spPr>
        <p:txBody>
          <a:bodyPr anchor="ctr">
            <a:normAutofit/>
          </a:bodyPr>
          <a:lstStyle/>
          <a:p>
            <a:r>
              <a:rPr lang="en-GB" b="1" dirty="0"/>
              <a:t>Main Results</a:t>
            </a:r>
          </a:p>
        </p:txBody>
      </p:sp>
      <p:pic>
        <p:nvPicPr>
          <p:cNvPr id="24" name="Content Placeholder 23" descr="A graph of death records&#10;&#10;AI-generated content may be incorrect.">
            <a:extLst>
              <a:ext uri="{FF2B5EF4-FFF2-40B4-BE49-F238E27FC236}">
                <a16:creationId xmlns:a16="http://schemas.microsoft.com/office/drawing/2014/main" id="{53C0726E-F75D-4EC0-63B2-191C6577180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3526883" y="1563927"/>
            <a:ext cx="5159917" cy="4592327"/>
          </a:xfrm>
          <a:noFill/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A26B6C4-C240-8967-3382-B4F7DE16A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7200" y="1449400"/>
            <a:ext cx="3008314" cy="482138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distribution of deaths is </a:t>
            </a:r>
            <a:r>
              <a:rPr lang="en-US" sz="2000" b="1" dirty="0"/>
              <a:t>almost identical for both men and women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 spike in deaths </a:t>
            </a:r>
            <a:r>
              <a:rPr lang="en-US" sz="2000" dirty="0"/>
              <a:t>for both men and women (1871-1872) may be due to an epidemic.</a:t>
            </a:r>
          </a:p>
        </p:txBody>
      </p:sp>
    </p:spTree>
    <p:extLst>
      <p:ext uri="{BB962C8B-B14F-4D97-AF65-F5344CB8AC3E}">
        <p14:creationId xmlns:p14="http://schemas.microsoft.com/office/powerpoint/2010/main" val="11159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F4C8-2BCA-B7EB-3DDE-BD880A90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Causes of death in Amsterdam (1856-1875)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B65C2-76DF-DAA0-2856-41F5DCC8CE3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Other causes </a:t>
            </a:r>
            <a:r>
              <a:rPr lang="en-GB" dirty="0"/>
              <a:t>of death were dominant.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Epidemic spikes of Cholera and Measles (</a:t>
            </a:r>
            <a:r>
              <a:rPr lang="en-GB" b="1" dirty="0"/>
              <a:t>short spikes</a:t>
            </a:r>
            <a:r>
              <a:rPr lang="en-GB" dirty="0"/>
              <a:t>).</a:t>
            </a:r>
          </a:p>
          <a:p>
            <a:endParaRPr lang="en-GB" dirty="0"/>
          </a:p>
        </p:txBody>
      </p:sp>
      <p:pic>
        <p:nvPicPr>
          <p:cNvPr id="10" name="Content Placeholder 9" descr="A graph showing the cause of death&#10;&#10;AI-generated content may be incorrect.">
            <a:extLst>
              <a:ext uri="{FF2B5EF4-FFF2-40B4-BE49-F238E27FC236}">
                <a16:creationId xmlns:a16="http://schemas.microsoft.com/office/drawing/2014/main" id="{E395DA91-E8A2-5618-B7AC-9DAAECC6E1D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4078664" y="2057111"/>
            <a:ext cx="4056896" cy="3605791"/>
          </a:xfrm>
        </p:spPr>
      </p:pic>
    </p:spTree>
    <p:extLst>
      <p:ext uri="{BB962C8B-B14F-4D97-AF65-F5344CB8AC3E}">
        <p14:creationId xmlns:p14="http://schemas.microsoft.com/office/powerpoint/2010/main" val="13473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F8A1ABCE-5365-CA6E-1C87-E41B2083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132"/>
            <a:ext cx="6697133" cy="623236"/>
          </a:xfrm>
        </p:spPr>
        <p:txBody>
          <a:bodyPr>
            <a:normAutofit/>
          </a:bodyPr>
          <a:lstStyle/>
          <a:p>
            <a:r>
              <a:rPr lang="en-US" dirty="0"/>
              <a:t>Multinomial Logistic Regression 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39B9C62-CDFB-6574-08E0-B982F2531E8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rcRect l="4751" r="-2" b="-2"/>
          <a:stretch>
            <a:fillRect/>
          </a:stretch>
        </p:blipFill>
        <p:spPr>
          <a:xfrm>
            <a:off x="3526883" y="1449400"/>
            <a:ext cx="5159917" cy="4821382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7289E-5ECD-3A2B-1E59-5983C1BF780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7200" y="1449400"/>
            <a:ext cx="3008314" cy="4821382"/>
          </a:xfrm>
        </p:spPr>
        <p:txBody>
          <a:bodyPr>
            <a:normAutofit/>
          </a:bodyPr>
          <a:lstStyle/>
          <a:p>
            <a:r>
              <a:rPr lang="en-GB" sz="2000" dirty="0"/>
              <a:t>Women exhibit </a:t>
            </a:r>
            <a:r>
              <a:rPr lang="en-GB" sz="2000" b="1" dirty="0"/>
              <a:t>a high survival advantage</a:t>
            </a:r>
            <a:r>
              <a:rPr lang="en-GB" sz="2000" dirty="0"/>
              <a:t> as infants and children compared to adults.</a:t>
            </a:r>
          </a:p>
          <a:p>
            <a:endParaRPr lang="en-GB" sz="2000" dirty="0"/>
          </a:p>
          <a:p>
            <a:r>
              <a:rPr lang="en-GB" sz="2000" dirty="0"/>
              <a:t>However, Women have a </a:t>
            </a:r>
            <a:r>
              <a:rPr lang="en-GB" sz="2000" b="1" dirty="0"/>
              <a:t>higher relative risk ratio at old age </a:t>
            </a:r>
            <a:r>
              <a:rPr lang="en-GB" sz="2000" dirty="0"/>
              <a:t>than at the adult stage.</a:t>
            </a:r>
          </a:p>
        </p:txBody>
      </p:sp>
    </p:spTree>
    <p:extLst>
      <p:ext uri="{BB962C8B-B14F-4D97-AF65-F5344CB8AC3E}">
        <p14:creationId xmlns:p14="http://schemas.microsoft.com/office/powerpoint/2010/main" val="126366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E8A1-9465-21D7-83D9-46B1858E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132"/>
            <a:ext cx="6697133" cy="62323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200"/>
              <a:t>Decomposition of Gender Differences in Mortality</a:t>
            </a:r>
          </a:p>
        </p:txBody>
      </p:sp>
      <p:pic>
        <p:nvPicPr>
          <p:cNvPr id="15" name="Content Placeholder 14" descr="A graph of a number and a number of people&#10;&#10;AI-generated content may be incorrect.">
            <a:extLst>
              <a:ext uri="{FF2B5EF4-FFF2-40B4-BE49-F238E27FC236}">
                <a16:creationId xmlns:a16="http://schemas.microsoft.com/office/drawing/2014/main" id="{88E57347-EDDD-5565-87B8-F68A62733EB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3526883" y="1563927"/>
            <a:ext cx="5159917" cy="4592327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68C71-86D3-7080-6386-CCCAA77D9E2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7200" y="1449400"/>
            <a:ext cx="3008314" cy="48213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Mortality differences are largely driven by </a:t>
            </a:r>
            <a:r>
              <a:rPr lang="en-GB" sz="2000" b="1" dirty="0"/>
              <a:t>age-specific mortality differences</a:t>
            </a:r>
            <a:r>
              <a:rPr lang="en-GB" sz="2000" dirty="0"/>
              <a:t> rather than demographic composition.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0090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A46E-4E44-E0A7-55BB-F827D4CEB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9DCC-934A-D226-9FD5-AE8C22BF7DE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2118" y="1298863"/>
            <a:ext cx="8485551" cy="544877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The existence of a female advantage </a:t>
            </a: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in the mid-19th century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 suggests that this pattern is </a:t>
            </a: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not purely a modern 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phenomenon.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However, the dominance of infant and child mortality in the 19</a:t>
            </a:r>
            <a:r>
              <a:rPr lang="en-GB" sz="2000" baseline="30000" dirty="0">
                <a:latin typeface="Open Sans" charset="0"/>
                <a:ea typeface="Open Sans" charset="0"/>
                <a:cs typeface="Open Sans" charset="0"/>
              </a:rPr>
              <a:t>th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 century </a:t>
            </a: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differs from the contemporary situation, 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where adult and older-age mortality plays a larger role in gender differences in mortality.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As a limitation, the study used the </a:t>
            </a: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population estimates </a:t>
            </a: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of 1869 and 1879 as a proxy population at risk. Also, the dataset comprised of only death records and </a:t>
            </a:r>
            <a:r>
              <a:rPr lang="en-GB" sz="2000" b="1" dirty="0">
                <a:latin typeface="Open Sans" charset="0"/>
                <a:ea typeface="Open Sans" charset="0"/>
                <a:cs typeface="Open Sans" charset="0"/>
              </a:rPr>
              <a:t>no survivor records.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0886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C299-7163-0403-DAD3-4C1FBBBD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786E-27B3-926E-92EA-6A93DD4582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ctr"/>
            <a:r>
              <a:rPr lang="en-GB" sz="200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332698881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LSHTM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sibility xmlns="6a164dda-3779-4169-b957-e287451f6523">Internal</Visibility>
    <TaxCatchAll xmlns="6a164dda-3779-4169-b957-e287451f6523" xsi:nil="true"/>
    <lcf76f155ced4ddcb4097134ff3c332f xmlns="bfdb6ce3-33e0-425e-a1cd-4739f5e3eee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8207403b-203c-4ed3-95cd-88a852189123" ContentTypeId="0x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3AF8FBB2E8AB4180AA3FA226E84737" ma:contentTypeVersion="18" ma:contentTypeDescription="Create a new document." ma:contentTypeScope="" ma:versionID="d8b25272abfd87623ab89f4e412fd842">
  <xsd:schema xmlns:xsd="http://www.w3.org/2001/XMLSchema" xmlns:xs="http://www.w3.org/2001/XMLSchema" xmlns:p="http://schemas.microsoft.com/office/2006/metadata/properties" xmlns:ns2="6a164dda-3779-4169-b957-e287451f6523" xmlns:ns3="bfdb6ce3-33e0-425e-a1cd-4739f5e3eee7" xmlns:ns4="ff756406-43c3-435f-9b98-c409eefb6874" targetNamespace="http://schemas.microsoft.com/office/2006/metadata/properties" ma:root="true" ma:fieldsID="86f7fd3488328c7b8c0994873a5026be" ns2:_="" ns3:_="" ns4:_="">
    <xsd:import namespace="6a164dda-3779-4169-b957-e287451f6523"/>
    <xsd:import namespace="bfdb6ce3-33e0-425e-a1cd-4739f5e3eee7"/>
    <xsd:import namespace="ff756406-43c3-435f-9b98-c409eefb6874"/>
    <xsd:element name="properties">
      <xsd:complexType>
        <xsd:sequence>
          <xsd:element name="documentManagement">
            <xsd:complexType>
              <xsd:all>
                <xsd:element ref="ns2:Visibility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64dda-3779-4169-b957-e287451f6523" elementFormDefault="qualified">
    <xsd:import namespace="http://schemas.microsoft.com/office/2006/documentManagement/types"/>
    <xsd:import namespace="http://schemas.microsoft.com/office/infopath/2007/PartnerControls"/>
    <xsd:element name="Visibility" ma:index="2" nillable="true" ma:displayName="Visibility" ma:default="Internal" ma:description="Items that should be available externally should be marked &lt;strong&gt;External&lt;/strong&gt;" ma:format="RadioButtons" ma:internalName="Visibility">
      <xsd:simpleType>
        <xsd:restriction base="dms:Choice">
          <xsd:enumeration value="Internal"/>
          <xsd:enumeration value="External"/>
        </xsd:restriction>
      </xsd:simpleType>
    </xsd:element>
    <xsd:element name="TaxCatchAll" ma:index="23" nillable="true" ma:displayName="Taxonomy Catch All Column" ma:hidden="true" ma:list="{74c11699-4953-4dc4-942c-06e12393cbcf}" ma:internalName="TaxCatchAll" ma:showField="CatchAllData" ma:web="ff756406-43c3-435f-9b98-c409eefb68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db6ce3-33e0-425e-a1cd-4739f5e3ee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207403b-203c-4ed3-95cd-88a8521891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756406-43c3-435f-9b98-c409eefb687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6EDE6D-A3FB-4657-93D5-1FA543C3FE33}">
  <ds:schemaRefs>
    <ds:schemaRef ds:uri="http://schemas.microsoft.com/office/2006/metadata/properties"/>
    <ds:schemaRef ds:uri="http://schemas.microsoft.com/office/infopath/2007/PartnerControls"/>
    <ds:schemaRef ds:uri="6a164dda-3779-4169-b957-e287451f6523"/>
    <ds:schemaRef ds:uri="bfdb6ce3-33e0-425e-a1cd-4739f5e3eee7"/>
  </ds:schemaRefs>
</ds:datastoreItem>
</file>

<file path=customXml/itemProps2.xml><?xml version="1.0" encoding="utf-8"?>
<ds:datastoreItem xmlns:ds="http://schemas.openxmlformats.org/officeDocument/2006/customXml" ds:itemID="{918BF08E-972B-4199-99A7-26199CAE1F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75D111-0133-4174-A0EB-63A8EAEF9A85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632CC1B7-5FEF-4100-B876-36C31B0512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164dda-3779-4169-b957-e287451f6523"/>
    <ds:schemaRef ds:uri="bfdb6ce3-33e0-425e-a1cd-4739f5e3eee7"/>
    <ds:schemaRef ds:uri="ff756406-43c3-435f-9b98-c409eefb68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1952</TotalTime>
  <Words>428</Words>
  <Application>Microsoft Office PowerPoint</Application>
  <PresentationFormat>On-screen Show (4:3)</PresentationFormat>
  <Paragraphs>64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open sans</vt:lpstr>
      <vt:lpstr>merriweather</vt:lpstr>
      <vt:lpstr>open sans</vt:lpstr>
      <vt:lpstr>Calibri</vt:lpstr>
      <vt:lpstr>Main_Presentation_Title_Page</vt:lpstr>
      <vt:lpstr>Sex Disparities in Mortality and Causes of Death in the Netherlands: An Exploration of Historical Amsterdam Data, 1856-1875</vt:lpstr>
      <vt:lpstr>Research Problem</vt:lpstr>
      <vt:lpstr>Data</vt:lpstr>
      <vt:lpstr>Methodology</vt:lpstr>
      <vt:lpstr>Main Results</vt:lpstr>
      <vt:lpstr>Causes of death in Amsterdam (1856-1875)</vt:lpstr>
      <vt:lpstr>Multinomial Logistic Regression </vt:lpstr>
      <vt:lpstr>Decomposition of Gender Differences in Mortality</vt:lpstr>
      <vt:lpstr>Conclusions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School of Hygiene &amp; Tropical Medicine</dc:title>
  <dc:creator>Gilbert Habaasa</dc:creator>
  <cp:lastModifiedBy>Gilbert Habaasa</cp:lastModifiedBy>
  <cp:revision>43</cp:revision>
  <dcterms:created xsi:type="dcterms:W3CDTF">2017-08-07T14:02:54Z</dcterms:created>
  <dcterms:modified xsi:type="dcterms:W3CDTF">2026-06-19T07:38:01Z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0x0101007E3AF8FBB2E8AB4180AA3FA226E84737</vt:lpwstr>
  </property>
  <property fmtid="{D5CDD505-2E9C-101B-9397-08002B2CF9AE}" pid="3" name="MediaServiceImageTags">
    <vt:lpwstr/>
  </property>
</Properties>
</file>